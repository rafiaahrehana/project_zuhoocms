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143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App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সম্পূর্ণ প্রজেক্ট গাইড ও ইন্টারভিউ প্রস্তুতি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38100">
            <a:solidFill>
              <a:srgbClr val="367C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Java · Spring Boot · Android · MVVM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বিষয়সূচি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প্রজেক্ট পরিচিতি ও Role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7804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টেক স্ট্যাক ও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91640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Networking ও Real-time Chat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32461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মূল মডিউলসমূহ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74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937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UI/UX Redesign — Case Study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49377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5074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78040" y="4937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সংখ্যায় প্রজেক্ট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প্রজেক্ট পরিচিতি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64592" cy="164592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কী?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108960" y="16002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একটা multi-tenant SaaS প্ল্যাটফর্মের (Zuhoo/BusinessOS) native Android companion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164592" cy="164592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কেন?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08960" y="3063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Web app-এর সম্পূর্ণ প্রতিলিপি না — শুধু যা মোবাইলে সবচেয়ে বেশি দরকার (request, invoice, chat) তাই আনা হয়েছে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164592" cy="164592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526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Backend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08960" y="4526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Spring Boot (Java) — একই database Angular web app-এর সাথে শেয়ার্ড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তিনটা Role, একটাই App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2194560"/>
            <a:ext cx="731520" cy="73152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CLIENT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সার্ভিস রিকোয়েস্ট করা, ইনভয়েস পে করা, লাইভ চ্যাট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194560"/>
            <a:ext cx="731520" cy="73152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COMPANY_OWNER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রিকোয়েস্ট হ্যান্ডেল করা, স্টাফ ম্যানেজ করা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2194560"/>
            <a:ext cx="731520" cy="73152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EMPLOYEE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6676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ওনারের মতোই কাজ, সীমিত permission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টেক স্ট্যাক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মূল ভাষা — Backend-এর সাথে সংগতি রাখতে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47288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47288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9" name="Text 7"/>
          <p:cNvSpPr/>
          <p:nvPr/>
        </p:nvSpPr>
        <p:spPr>
          <a:xfrm>
            <a:off x="3675888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Retrofit + OkHttp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Type-safe REST API কল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4496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Room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096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Offline read cache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61704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61704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90304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LiveData + ViewModel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0304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MVVM state management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Material Components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XML + ViewBinding UI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47288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47288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25" name="Text 23"/>
          <p:cNvSpPr/>
          <p:nvPr/>
        </p:nvSpPr>
        <p:spPr>
          <a:xfrm>
            <a:off x="3675888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Firebase (FCM)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75888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Push notification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4496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হাতে-লেখা STOMP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3096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Real-time chat, ~১২০ লাইন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61704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1704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33" name="Text 31"/>
          <p:cNvSpPr/>
          <p:nvPr/>
        </p:nvSpPr>
        <p:spPr>
          <a:xfrm>
            <a:off x="9290304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হাতে-লেখা DI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90304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AppGraph — Hilt-এর বদলে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Architecture — কীভাবে ডেটা প্রবাহিত হয়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Activity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(UI)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87218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32938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ViewModel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(state)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7458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34356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0076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(abstraction)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4596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81494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7214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Retrofit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(network)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01734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628632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4300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74352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Spring Boot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৮টা screen-এ ViewModel আছে (জটিল list screen); বাকিগুলো সরাসরি Repository কল করে — প্রতিটা layer সব জায়গায় বাধ্যতামূলক না।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একটা গুরুত্বপূর্ণ Engineering সিদ্ধান্ত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Dagger/Hilt না, হাতে-লেখা DI কেন?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14300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9748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"এই সাইজের অ্যাপের জন্য plain manual DI-ও যথেষ্ট" — annotation processor-এর build-time খরচ তার সুবিধার চেয়ে বেশি হতো। এটা প্রমাণ করে: প্রতিটা tool সব জায়গায় দরকার হয় না।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"সমাধানের জটিলতা প্রকৃত প্রয়োজনের সাথে মেলাও, ট্রেন্ডি টুলের জন্য না।"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মূল মডিউলসমূহ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HR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Leave, Expense, Timesheet, Attendance (Selfie+GPS), Payroll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F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Finance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Invoice, SSLCommerz Payment, Wallet, Catalog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Service Desk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4572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Dynamic Form, Real-time Chat, ৬টা Workflow Dialog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CRM ও অন্যান্য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23760" y="4572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Leads, Directory, Global Search, Company Overview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UI/UX Redesign — সমস্যা (Before)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1691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কোনো spacing/typography system ছিল না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4688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Dashboard ছিল ১৫টা স্ট্যাক করা বাটনের দেয়াল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2461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৩টা আলাদা form-input পদ্ধতি (Spinner, bare TextView, TextInputLayout)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৮টা প্রায়-ডুপ্লিকেট StatusBadge ক্লাস, কোনো badge shape ছাড়াই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8006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একটাও back arrow ছিল না ৪৫টা screen-এর মধ্যে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সমাধান — একটা কেন্দ্রীয় Design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Spacing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4/8/12/16/20/24/32dp — একটাই সংখ্যার সিরিজ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Typography Scale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৯টা TextAppearance style, স্পষ্ট hierarchy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StatusBadgeView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Pill-shaped badge + tone icon, রঙের উপর নির্ভরশীল না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StateView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5074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Empty/Loading/Error state — একটাই shared component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ফলাফল — বাস্তব App-এ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04772" y="1088136"/>
            <a:ext cx="2761488" cy="6013051"/>
          </a:xfrm>
          <a:prstGeom prst="roundRect">
            <a:avLst>
              <a:gd name="adj" fmla="val 2649"/>
            </a:avLst>
          </a:prstGeom>
          <a:solidFill>
            <a:srgbClr val="15171A"/>
          </a:solidFill>
          <a:ln/>
        </p:spPr>
      </p:sp>
      <p:pic>
        <p:nvPicPr>
          <p:cNvPr id="4" name="Image 0" descr="C:\Users\HP\OneDrive\Desktop\Mobile-Application\docs\project-book\assets\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143000"/>
            <a:ext cx="2651760" cy="5903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2476" y="7183483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Dashboard — Icon-সহ Quick Actions Grid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13732" y="1088136"/>
            <a:ext cx="2761488" cy="6013051"/>
          </a:xfrm>
          <a:prstGeom prst="roundRect">
            <a:avLst>
              <a:gd name="adj" fmla="val 2649"/>
            </a:avLst>
          </a:prstGeom>
          <a:solidFill>
            <a:srgbClr val="15171A"/>
          </a:solidFill>
          <a:ln/>
        </p:spPr>
      </p:sp>
      <p:pic>
        <p:nvPicPr>
          <p:cNvPr id="7" name="Image 1" descr="C:\Users\HP\OneDrive\Desktop\Mobile-Application\docs\project-book\assets\shot_error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1143000"/>
            <a:ext cx="2651760" cy="59033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1436" y="7183483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Error State — icon+title+retry বাটন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822692" y="1088136"/>
            <a:ext cx="2761488" cy="6013051"/>
          </a:xfrm>
          <a:prstGeom prst="roundRect">
            <a:avLst>
              <a:gd name="adj" fmla="val 2649"/>
            </a:avLst>
          </a:prstGeom>
          <a:solidFill>
            <a:srgbClr val="15171A"/>
          </a:solidFill>
          <a:ln/>
        </p:spPr>
      </p:sp>
      <p:pic>
        <p:nvPicPr>
          <p:cNvPr id="10" name="Image 2" descr="C:\Users\HP\OneDrive\Desktop\Mobile-Application\docs\project-book\assets\shot_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143000"/>
            <a:ext cx="2651760" cy="59033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40396" y="7183483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Form — Material Dropdown + Date Field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যাচাইকরণ প্রক্রিয়া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28116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71116" y="2331720"/>
            <a:ext cx="822960" cy="82296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5" name="Text 3"/>
          <p:cNvSpPr/>
          <p:nvPr/>
        </p:nvSpPr>
        <p:spPr>
          <a:xfrm>
            <a:off x="207111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0996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2436" y="3794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প্রতিটা ব্যাচের পর ./gradlew assembleDevDebug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37076" y="3017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39996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2996" y="2331720"/>
            <a:ext cx="822960" cy="82296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1" name="Text 9"/>
          <p:cNvSpPr/>
          <p:nvPr/>
        </p:nvSpPr>
        <p:spPr>
          <a:xfrm>
            <a:off x="568299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22876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Emulator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4316" y="3794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আসল Android emulator-এ app চালানো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48956" y="3017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7C2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51876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94876" y="2331720"/>
            <a:ext cx="822960" cy="82296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9487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34756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Screenshot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6196" y="3794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D53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প্রতিটা screen visually verify করা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সংখ্যায় প্রজেক্ট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৪৫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809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Activity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6557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701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২৪৭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5701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Java ফাইল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৬৩+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4593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API Endpoint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4341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3485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৫৬৮×২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3485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String (২ ভাষা)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Zuhoo Android — প্রজেক্ট প্রেজেন্টেশন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0116" y="14630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143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Z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ধন্যবাদ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সম্পূর্ণ বিস্তারিত বইয়ের জন্য দেখুন: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FC46B"/>
                </a:solidFill>
                <a:latin typeface="Vrinda" pitchFamily="34" charset="0"/>
                <a:ea typeface="Vrinda" pitchFamily="34" charset="-122"/>
                <a:cs typeface="Vrinda" pitchFamily="34" charset="-120"/>
              </a:rPr>
              <a:t>docs/project-book/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2026-08-19T08:32:22Z</dcterms:created>
  <dcterms:modified xsi:type="dcterms:W3CDTF">2026-08-19T08:32:22Z</dcterms:modified>
</cp:coreProperties>
</file>