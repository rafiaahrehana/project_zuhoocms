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5171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43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Zuhoo Android App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Guide &amp; Interview Preparation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8100">
            <a:solidFill>
              <a:srgbClr val="367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· Android · MVVM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916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 &amp; Roles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550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178040" y="15544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9164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Real-time Chat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32461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3383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178040" y="3246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074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937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Redesign — Case Study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49377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5074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178040" y="49377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the Numbers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108960" y="16002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Android companion app for a multi-tenant SaaS platform (Zuhoo/BusinessOS)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108960" y="30632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replica of the web app — only what matters most on mobile (requests, invoices, chat)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64592" cy="164592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526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108960" y="4526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(Java) — shares the same database as the Angular web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Roles, One App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services, pay invoices, live chat with the company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COMPANY_OWNER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requests, manage staff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2194560"/>
            <a:ext cx="731520" cy="73152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37947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owner, with narrower permissions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— kept consistent with the backend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7288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47288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9" name="Text 7"/>
          <p:cNvSpPr/>
          <p:nvPr/>
        </p:nvSpPr>
        <p:spPr>
          <a:xfrm>
            <a:off x="3675888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+ OkHttp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75888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REST networking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54496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4496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83096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096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read cache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61704" y="137160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61704" y="1371600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0304" y="148132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LiveData + ViewModel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196596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state management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Components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+ ViewBinding UI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47288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7288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5" name="Text 23"/>
          <p:cNvSpPr/>
          <p:nvPr/>
        </p:nvSpPr>
        <p:spPr>
          <a:xfrm>
            <a:off x="3675888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(FCM)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75888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4496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29" name="Text 27"/>
          <p:cNvSpPr/>
          <p:nvPr/>
        </p:nvSpPr>
        <p:spPr>
          <a:xfrm>
            <a:off x="6483096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STOMP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83096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chat, ~120 lines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61704" y="2990088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1704" y="2990088"/>
            <a:ext cx="82296" cy="1417320"/>
          </a:xfrm>
          <a:prstGeom prst="rect">
            <a:avLst/>
          </a:prstGeom>
          <a:solidFill>
            <a:srgbClr val="367C2B"/>
          </a:solidFill>
          <a:ln/>
        </p:spPr>
      </p:sp>
      <p:sp>
        <p:nvSpPr>
          <p:cNvPr id="33" name="Text 31"/>
          <p:cNvSpPr/>
          <p:nvPr/>
        </p:nvSpPr>
        <p:spPr>
          <a:xfrm>
            <a:off x="9290304" y="309981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Hand-rolled DI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90304" y="3584448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AppGraph — instead of Hilt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How Data Flows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887218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2938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7458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134356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0076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54596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81494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E1E3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7214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(network)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01734" y="3291840"/>
            <a:ext cx="32689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628632" y="32918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4300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74352" y="329184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screens have a ViewModel (complex list screens); the rest call the Repository directly — every layer isn't mandatory everywhere.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Engineering Decision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hand-rolled DI, not Dagger/Hilt?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0881360" cy="1645920"/>
          </a:xfrm>
          <a:prstGeom prst="roundRect">
            <a:avLst>
              <a:gd name="adj" fmla="val 5556"/>
            </a:avLst>
          </a:prstGeom>
          <a:solidFill>
            <a:srgbClr val="14300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697480"/>
            <a:ext cx="10149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"Plain manual DI is fine for an app this size" — the build-time cost of an annotation processor would have outweighed its benefit. Proof that not every tool belongs everywhere.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"Match solution complexity to actual need, not to what's trendy."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Expense, Timesheet, Attendance (Selfie+GPS), Payroll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SSLCommerz Payment, Wallet, Catalog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114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4572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Forms, Real-time Chat, 6 Workflow Dialogs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114800"/>
            <a:ext cx="548640" cy="548640"/>
          </a:xfrm>
          <a:prstGeom prst="ellipse">
            <a:avLst/>
          </a:prstGeom>
          <a:solidFill>
            <a:srgbClr val="EEF6E7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67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2376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More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223760" y="45720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Leads, Directory, Global Search, Company Overview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Redesign — The Problem (Before)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1691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spacing/typography system existed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46888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was a wall of 15 stacked buttons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different form-input patterns (Spinner, bare TextView, TextInputLayout)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023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0233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near-duplicate StatusBadge classes, no badge shape at all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480060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back arrow across 45 screens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 — One Central Design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Scale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4/8/12/16/20/24/32dp — a single consistent series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46520" y="2331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Scale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788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TextAppearance styles, clear hierarchy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StatusBadgeView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Pill-shaped badge + tone icon, never color-only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9050">
            <a:solidFill>
              <a:srgbClr val="367C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StateView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50749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Empty/Loading/Error — one shared component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 — In the Real App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0477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4" name="Image 0" descr="C:\Users\HP\OneDrive\Desktop\Mobile-Application\docs\project-book\assets\shot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143000"/>
            <a:ext cx="2651760" cy="5903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247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Icon-led Quick Actions Grid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1373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7" name="Image 1" descr="C:\Users\HP\OneDrive\Desktop\Mobile-Application\docs\project-book\assets\shot_error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596" y="1143000"/>
            <a:ext cx="2651760" cy="59033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143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 — icon+title+retry button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822692" y="1088136"/>
            <a:ext cx="2761488" cy="6013051"/>
          </a:xfrm>
          <a:prstGeom prst="roundRect">
            <a:avLst>
              <a:gd name="adj" fmla="val 2649"/>
            </a:avLst>
          </a:prstGeom>
          <a:solidFill>
            <a:srgbClr val="15171A"/>
          </a:solidFill>
          <a:ln/>
        </p:spPr>
      </p:sp>
      <p:pic>
        <p:nvPicPr>
          <p:cNvPr id="10" name="Image 2" descr="C:\Users\HP\OneDrive\Desktop\Mobile-Application\docs\project-book\assets\shot_fo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556" y="1143000"/>
            <a:ext cx="2651760" cy="59033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740396" y="7183483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— Material Dropdown + Date Field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18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Process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2811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7111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5" name="Text 3"/>
          <p:cNvSpPr/>
          <p:nvPr/>
        </p:nvSpPr>
        <p:spPr>
          <a:xfrm>
            <a:off x="207111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1099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243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./gradlew assembleDevDebug after every batch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37076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3999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8299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1" name="Text 9"/>
          <p:cNvSpPr/>
          <p:nvPr/>
        </p:nvSpPr>
        <p:spPr>
          <a:xfrm>
            <a:off x="568299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2287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1431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the real app on an Android emulator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48956" y="30175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7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151876" y="2103120"/>
            <a:ext cx="3108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94876" y="2331720"/>
            <a:ext cx="822960" cy="822960"/>
          </a:xfrm>
          <a:prstGeom prst="ellipse">
            <a:avLst/>
          </a:prstGeom>
          <a:solidFill>
            <a:srgbClr val="367C2B"/>
          </a:solidFill>
          <a:ln/>
        </p:spPr>
      </p:sp>
      <p:sp>
        <p:nvSpPr>
          <p:cNvPr id="17" name="Text 15"/>
          <p:cNvSpPr/>
          <p:nvPr/>
        </p:nvSpPr>
        <p:spPr>
          <a:xfrm>
            <a:off x="9294876" y="23317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34756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1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6196" y="379476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4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verified every screen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7665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6809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6557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55701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Files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449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593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4593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43416" y="2377440"/>
            <a:ext cx="2468880" cy="2103120"/>
          </a:xfrm>
          <a:prstGeom prst="roundRect">
            <a:avLst>
              <a:gd name="adj" fmla="val 5217"/>
            </a:avLst>
          </a:prstGeom>
          <a:solidFill>
            <a:srgbClr val="14300F"/>
          </a:solidFill>
          <a:ln w="12700">
            <a:solidFill>
              <a:srgbClr val="367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4856" y="2514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568×2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34856" y="3611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(2 languages)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Zuhoo Android — Project Presentation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0116" y="1463040"/>
            <a:ext cx="1188720" cy="1188720"/>
          </a:xfrm>
          <a:prstGeom prst="roundRect">
            <a:avLst>
              <a:gd name="adj" fmla="val 15385"/>
            </a:avLst>
          </a:prstGeom>
          <a:solidFill>
            <a:srgbClr val="14300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FC4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complete detailed book, see: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docs/project-book/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2026-08-19T08:32:22Z</dcterms:created>
  <dcterms:modified xsi:type="dcterms:W3CDTF">2026-08-19T08:32:22Z</dcterms:modified>
</cp:coreProperties>
</file>